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73" r:id="rId5"/>
    <p:sldId id="270" r:id="rId7"/>
    <p:sldId id="27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透明度与信任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实现完全透明的关键障碍是什么？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透明度服务如何增强安全性和可信度？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透明度注册机构如何提供可靠的日志？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6" name="Advanced Networked Systems (SS24)…"/>
          <p:cNvSpPr txBox="1">
            <a:spLocks noGrp="1"/>
          </p:cNvSpPr>
          <p:nvPr/>
        </p:nvSpPr>
        <p:spPr>
          <a:xfrm>
            <a:off x="855345" y="1186815"/>
            <a:ext cx="11110595" cy="237045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defTabSz="850265">
              <a:lnSpc>
                <a:spcPct val="120000"/>
              </a:lnSpc>
              <a:defRPr sz="3720"/>
            </a:pPr>
            <a:r>
              <a:rPr lang="en-US" altLang="zh-CN" sz="4000" dirty="0"/>
              <a:t>TOPIC</a:t>
            </a:r>
            <a:endParaRPr lang="en-US" altLang="zh-CN" sz="4000" dirty="0"/>
          </a:p>
        </p:txBody>
      </p:sp>
      <p:sp>
        <p:nvSpPr>
          <p:cNvPr id="417" name="Prof. Lin Wang, Ph.D.…"/>
          <p:cNvSpPr txBox="1">
            <a:spLocks noGrp="1"/>
          </p:cNvSpPr>
          <p:nvPr/>
        </p:nvSpPr>
        <p:spPr>
          <a:xfrm>
            <a:off x="855344" y="3739223"/>
            <a:ext cx="8548690" cy="1013460"/>
          </a:xfrm>
          <a:prstGeom prst="rect">
            <a:avLst/>
          </a:prstGeom>
          <a:ln w="12700">
            <a:miter lim="400000"/>
          </a:ln>
        </p:spPr>
        <p:txBody>
          <a:bodyPr lIns="45719" tIns="45719" rIns="45719" bIns="45719">
            <a:spAutoFit/>
          </a:bodyPr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58800" marR="0" indent="-30480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alphaLcPeriod"/>
              <a:defRPr sz="16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736600" marR="0" indent="-22860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6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990600" marR="0" indent="-22860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6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244600" marR="0" indent="-22860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6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43940" marR="0" indent="-32385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8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1043940" marR="0" indent="-32385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8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1043940" marR="0" indent="-32385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8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1043940" marR="0" indent="-323850" algn="l" defTabSz="914400" latinLnBrk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25AA"/>
              </a:buClr>
              <a:buSzPct val="100000"/>
              <a:buFontTx/>
              <a:buAutoNum type="romanLcPeriod"/>
              <a:defRPr sz="18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 sz="2000" dirty="0"/>
              <a:t>Boshi Xu</a:t>
            </a:r>
            <a:endParaRPr sz="2000" dirty="0"/>
          </a:p>
          <a:p>
            <a:pPr>
              <a:defRPr b="0"/>
            </a:pPr>
            <a:r>
              <a:rPr lang="en-US" sz="2000" dirty="0"/>
              <a:t>School of Science and Engineering</a:t>
            </a:r>
            <a:endParaRPr sz="2000" dirty="0"/>
          </a:p>
          <a:p>
            <a:pPr>
              <a:defRPr b="0"/>
            </a:pPr>
            <a:r>
              <a:rPr lang="en-US" sz="2000" dirty="0"/>
              <a:t>The Chinese University of Hong Kong, Shenzhen</a:t>
            </a:r>
            <a:endParaRPr lang="en-US" sz="2000" dirty="0"/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395" y="165100"/>
            <a:ext cx="4007485" cy="574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als of the course"/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zh-CN" altLang="en-US" sz="3600">
                <a:ea typeface="宋体" panose="02010600030101010101" pitchFamily="2" charset="-122"/>
              </a:rPr>
              <a:t>大标题</a:t>
            </a:r>
            <a:r>
              <a:rPr lang="en-US" altLang="zh-CN" sz="3600">
                <a:ea typeface="宋体" panose="02010600030101010101" pitchFamily="2" charset="-122"/>
              </a:rPr>
              <a:t>36</a:t>
            </a:r>
            <a:r>
              <a:rPr lang="zh-CN" altLang="en-US" sz="3600">
                <a:ea typeface="宋体" panose="02010600030101010101" pitchFamily="2" charset="-122"/>
              </a:rPr>
              <a:t>蓝色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5" name="幻灯片编号"/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475615" y="1346835"/>
            <a:ext cx="818832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25AA"/>
                </a:solidFill>
                <a:sym typeface="+mn-ea"/>
              </a:rPr>
              <a:t> </a:t>
            </a:r>
            <a:r>
              <a:rPr lang="zh-CN" altLang="en-US" sz="2800" b="1">
                <a:solidFill>
                  <a:srgbClr val="0025AA"/>
                </a:solidFill>
                <a:sym typeface="+mn-ea"/>
              </a:rPr>
              <a:t>小标题</a:t>
            </a:r>
            <a:r>
              <a:rPr lang="en-US" altLang="zh-CN" sz="2800" b="1">
                <a:solidFill>
                  <a:srgbClr val="0025AA"/>
                </a:solidFill>
                <a:sym typeface="+mn-ea"/>
              </a:rPr>
              <a:t>28</a:t>
            </a:r>
            <a:r>
              <a:rPr lang="zh-CN" altLang="en-US" sz="2800" b="1">
                <a:solidFill>
                  <a:srgbClr val="0025AA"/>
                </a:solidFill>
                <a:sym typeface="+mn-ea"/>
              </a:rPr>
              <a:t>蓝色</a:t>
            </a:r>
            <a:r>
              <a:rPr lang="en-US" altLang="zh-CN" sz="2800" b="1">
                <a:solidFill>
                  <a:srgbClr val="0025AA"/>
                </a:solidFill>
                <a:sym typeface="+mn-ea"/>
              </a:rPr>
              <a:t> </a:t>
            </a:r>
            <a:endParaRPr lang="en-US" altLang="zh-CN" sz="2800" b="1">
              <a:solidFill>
                <a:srgbClr val="0025AA"/>
              </a:solidFill>
              <a:sym typeface="+mn-ea"/>
            </a:endParaRPr>
          </a:p>
          <a:p>
            <a:endParaRPr lang="en-US" altLang="zh-CN" sz="2400"/>
          </a:p>
          <a:p>
            <a:r>
              <a:rPr lang="zh-CN" altLang="en-US" sz="2400"/>
              <a:t>正文</a:t>
            </a:r>
            <a:r>
              <a:rPr lang="en-US" altLang="zh-CN" sz="2400"/>
              <a:t>24</a:t>
            </a:r>
            <a:r>
              <a:rPr lang="zh-CN" altLang="en-US" sz="2400"/>
              <a:t>黑色</a:t>
            </a:r>
            <a:endParaRPr lang="zh-CN" altLang="en-US" sz="24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b="1439"/>
          <a:stretch>
            <a:fillRect/>
          </a:stretch>
        </p:blipFill>
        <p:spPr>
          <a:xfrm>
            <a:off x="8951595" y="358775"/>
            <a:ext cx="1757045" cy="17392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b="1332"/>
          <a:stretch>
            <a:fillRect/>
          </a:stretch>
        </p:blipFill>
        <p:spPr>
          <a:xfrm>
            <a:off x="8944610" y="2441575"/>
            <a:ext cx="1764030" cy="17405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595" y="4525645"/>
            <a:ext cx="1762125" cy="1786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als of the course"/>
          <p:cNvSpPr txBox="1">
            <a:spLocks noGrp="1"/>
          </p:cNvSpPr>
          <p:nvPr/>
        </p:nvSpPr>
        <p:spPr>
          <a:xfrm>
            <a:off x="676275" y="436245"/>
            <a:ext cx="9753600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>
                <a:ea typeface="宋体" panose="02010600030101010101" pitchFamily="2" charset="-122"/>
              </a:rPr>
              <a:t>a</a:t>
            </a:r>
            <a:r>
              <a:rPr lang="zh-CN" altLang="en-US" sz="3600">
                <a:ea typeface="宋体" panose="02010600030101010101" pitchFamily="2" charset="-122"/>
              </a:rPr>
              <a:t>大标题</a:t>
            </a:r>
            <a:r>
              <a:rPr lang="en-US" altLang="zh-CN" sz="3600">
                <a:ea typeface="宋体" panose="02010600030101010101" pitchFamily="2" charset="-122"/>
              </a:rPr>
              <a:t>36</a:t>
            </a:r>
            <a:r>
              <a:rPr lang="zh-CN" altLang="en-US" sz="3600">
                <a:ea typeface="宋体" panose="02010600030101010101" pitchFamily="2" charset="-122"/>
              </a:rPr>
              <a:t>蓝色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5" name="幻灯片编号"/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475615" y="1346835"/>
            <a:ext cx="11423015" cy="4681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rgbClr val="0025AA"/>
                </a:solidFill>
              </a:rPr>
              <a:t> b</a:t>
            </a:r>
            <a:r>
              <a:rPr lang="zh-CN" altLang="en-US" sz="2800" b="1">
                <a:solidFill>
                  <a:srgbClr val="0025AA"/>
                </a:solidFill>
              </a:rPr>
              <a:t>小标题</a:t>
            </a:r>
            <a:r>
              <a:rPr lang="en-US" altLang="zh-CN" sz="2800" b="1">
                <a:solidFill>
                  <a:srgbClr val="0025AA"/>
                </a:solidFill>
              </a:rPr>
              <a:t>28</a:t>
            </a:r>
            <a:r>
              <a:rPr lang="zh-CN" altLang="en-US" sz="2800" b="1">
                <a:solidFill>
                  <a:srgbClr val="0025AA"/>
                </a:solidFill>
              </a:rPr>
              <a:t>蓝色</a:t>
            </a:r>
            <a:endParaRPr lang="en-US" altLang="zh-CN" sz="2800" b="1">
              <a:solidFill>
                <a:srgbClr val="0025AA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800" b="1">
              <a:solidFill>
                <a:srgbClr val="0025AA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/>
              <a:t>c</a:t>
            </a:r>
            <a:r>
              <a:rPr lang="zh-CN" altLang="en-US" sz="2400"/>
              <a:t>正文</a:t>
            </a:r>
            <a:r>
              <a:rPr lang="en-US" altLang="zh-CN" sz="2400"/>
              <a:t>24</a:t>
            </a:r>
            <a:r>
              <a:rPr lang="zh-CN" altLang="en-US" sz="2400"/>
              <a:t>黑色</a:t>
            </a:r>
            <a:endParaRPr lang="en-US" altLang="zh-CN" sz="2800"/>
          </a:p>
          <a:p>
            <a:pPr indent="457200">
              <a:lnSpc>
                <a:spcPct val="150000"/>
              </a:lnSpc>
            </a:pPr>
            <a:endParaRPr lang="en-US" altLang="zh-CN" sz="2800"/>
          </a:p>
          <a:p>
            <a:pPr indent="457200">
              <a:lnSpc>
                <a:spcPct val="150000"/>
              </a:lnSpc>
            </a:pPr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7" name="Questions?"/>
          <p:cNvSpPr txBox="1">
            <a:spLocks noGrp="1"/>
          </p:cNvSpPr>
          <p:nvPr/>
        </p:nvSpPr>
        <p:spPr>
          <a:xfrm>
            <a:off x="2459036" y="2673000"/>
            <a:ext cx="7273926" cy="151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/>
              <a:t>Thank you.</a:t>
            </a:r>
            <a:endParaRPr lang="en-US"/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395" y="165100"/>
            <a:ext cx="4007485" cy="574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7" name="Questions?"/>
          <p:cNvSpPr txBox="1">
            <a:spLocks noGrp="1"/>
          </p:cNvSpPr>
          <p:nvPr/>
        </p:nvSpPr>
        <p:spPr>
          <a:xfrm>
            <a:off x="2459036" y="2673000"/>
            <a:ext cx="7273926" cy="151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t>Questions?</a:t>
            </a:r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9395" y="165100"/>
            <a:ext cx="4007485" cy="574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宽屏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Helvetica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星海</cp:lastModifiedBy>
  <cp:revision>7</cp:revision>
  <dcterms:created xsi:type="dcterms:W3CDTF">2023-08-09T12:44:00Z</dcterms:created>
  <dcterms:modified xsi:type="dcterms:W3CDTF">2025-11-02T05:02:21Z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C805EC3F36B6464EBDAC157166D278F2_12</vt:lpwstr>
  </property>
</Properties>
</file>